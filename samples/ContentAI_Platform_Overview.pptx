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ContentAI Platform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Grounded RAG &amp; Factuality Audit SaaS</a:t>
            </a:r>
          </a:p>
          <a:p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Structure-Aware Document Ingestion (PDF, DOCX, PPTX, TXT)</a:t>
            </a:r>
          </a:p>
          <a:p>
            <a:r>
              <a:t>2. Tiktoken Token-Aware Chunker (512 tokens / 64 overlap)</a:t>
            </a:r>
          </a:p>
          <a:p>
            <a:r>
              <a:t>3. FAISS Cosine Similarity Vector Indexing</a:t>
            </a:r>
          </a:p>
          <a:p>
            <a:r>
              <a:t>4. Automated Claim Verification &amp; Groundedness Score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